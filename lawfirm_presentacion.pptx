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054"/>
          </a:solidFill>
          <a:ln w="12700">
            <a:solidFill>
              <a:srgbClr val="1620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JUSTICIA &amp; ASOCIADOS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para Bufete de Abogados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2148840"/>
            <a:ext cx="4572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77440"/>
            <a:ext cx="1554480" cy="502920"/>
          </a:xfrm>
          <a:prstGeom prst="rect">
            <a:avLst/>
          </a:prstGeom>
          <a:solidFill>
            <a:srgbClr val="C9A84C">
              <a:alpha val="8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377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71800" y="2377440"/>
            <a:ext cx="1554480" cy="502920"/>
          </a:xfrm>
          <a:prstGeom prst="rect">
            <a:avLst/>
          </a:prstGeom>
          <a:solidFill>
            <a:srgbClr val="C9A84C">
              <a:alpha val="8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2377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Abogados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377440"/>
            <a:ext cx="1554480" cy="502920"/>
          </a:xfrm>
          <a:prstGeom prst="rect">
            <a:avLst/>
          </a:prstGeom>
          <a:solidFill>
            <a:srgbClr val="C9A84C">
              <a:alpha val="8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377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Legales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2377440"/>
            <a:ext cx="1554480" cy="502920"/>
          </a:xfrm>
          <a:prstGeom prst="rect">
            <a:avLst/>
          </a:prstGeom>
          <a:solidFill>
            <a:srgbClr val="C9A84C">
              <a:alpha val="8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377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 &amp; Citas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LawFirm Management System  |  Python + Tkinter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PROPÓSITO Y OBJETIVOS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PROPÓSITO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de escritorio que permita al bufete de abogados "Justicia &amp; Asociados" administrar de forma centralizada y eficiente su información operativa: clientes, abogados, casos legales y audiencias.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43000"/>
            <a:ext cx="393192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4 módulos diferenciados con Tkinter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estructuras de control y funciones en Python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formularios con validación de entradas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Combobox para campos con valores predefinidos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scroll en módulos con muchos campos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 buenas prácticas de código modular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PROBLEMÁTICA QUE RESUELVE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64008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 Información dispersa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clientes, casos y abogados en hojas de cálculo desconectadas y archivos físicos sin organización.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43000"/>
            <a:ext cx="64008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⏱  Pérdida de tiempo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manual de expedientes y documentos consume horas valiosas que podrían dedicarse a la práctica legal.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63240"/>
            <a:ext cx="64008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🔴  Errores de seguimiento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566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de audiencias y plazos procesales omitidos por falta de un sistema centralizado de agenda.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0632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063240"/>
            <a:ext cx="64008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Sin control de gestión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566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conocer el estado actual de los casos ni el historial completo de actuaciones por cliente.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TECNOLOGÍAS UTILIZADAS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6459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48840" y="115214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principal. Aplicación de funciones, estructuras de control y paradigma orientado a objetos.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56232"/>
            <a:ext cx="1645920" cy="658368"/>
          </a:xfrm>
          <a:prstGeom prst="rect">
            <a:avLst/>
          </a:prstGeom>
          <a:solidFill>
            <a:srgbClr val="28A087"/>
          </a:solidFill>
          <a:ln w="12700">
            <a:solidFill>
              <a:srgbClr val="28A0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5623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Tkinter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840" y="191109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estándar de Python para construir interfaces gráficas de usuario (GUI) multiplataforma.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61518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15184"/>
            <a:ext cx="16459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1518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ttk (Themed Tkinter)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48840" y="267004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mejorados: Notebook (pestañas), Combobox (listas desplegables) y Scrollbar.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37413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74136"/>
            <a:ext cx="1645920" cy="658368"/>
          </a:xfrm>
          <a:prstGeom prst="rect">
            <a:avLst/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7413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48840" y="34290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y repositorio del proyecto. Incluye README con instrucciones de instalación.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413308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133088"/>
            <a:ext cx="1645920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1330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Code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48840" y="418795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desarrollo integrado (IDE) utilizado para escribir, depurar y ejecutar el código.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4 MÓDULOS DEL SISTEMA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48640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548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572768"/>
            <a:ext cx="3383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Código, Tipo (Combobox), Nombre/Razón Social, Documento/RUC, Dirección, Teléfono, Correo, Fecha Contacto, Referido, Clasificación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548640" cy="1783080"/>
          </a:xfrm>
          <a:prstGeom prst="rect">
            <a:avLst/>
          </a:prstGeom>
          <a:solidFill>
            <a:srgbClr val="28A087"/>
          </a:solidFill>
          <a:ln w="12700">
            <a:solidFill>
              <a:srgbClr val="28A0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97280"/>
            <a:ext cx="548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ABOGADOS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572768"/>
            <a:ext cx="3383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N° Colegiatura, Nombres, Apellidos, Especialidad (Combobox), Años Experiencia, Formación, Idiomas, Tarifa/Hora, Disponibilidad (Combobox)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035808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035808"/>
            <a:ext cx="548640" cy="1783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035808"/>
            <a:ext cx="548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1272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CASOS LEGALES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511296"/>
            <a:ext cx="3383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N° Caso, Título, Tipo, Rama (Combobox), Fecha Apertura, Cliente, Contraparte, Juzgado, N° Expediente, Abogado, Estado (Combobox), Conclusión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035808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035808"/>
            <a:ext cx="548640" cy="1783080"/>
          </a:xfrm>
          <a:prstGeom prst="rect">
            <a:avLst/>
          </a:prstGeom>
          <a:solidFill>
            <a:srgbClr val="8B4A4A"/>
          </a:solidFill>
          <a:ln w="12700">
            <a:solidFill>
              <a:srgbClr val="8B4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035808"/>
            <a:ext cx="548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1272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AUDIENCIAS Y CITAS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511296"/>
            <a:ext cx="3383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Código, Tipo (Combobox), Caso, Fecha/Hora, Duración, Lugar, Participantes Int./Ext., Propósito (Text), Resultado Esperado/Real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DEL CÓDIGO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0" y="1097280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1097280"/>
            <a:ext cx="50292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09728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80360" y="11338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80360" y="138988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tkinter, ttk, messagebox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73168" y="1664208"/>
            <a:ext cx="54864" cy="182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1847088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847088"/>
            <a:ext cx="50292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84708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80360" y="188366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Ventana Principal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0360" y="213969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tk.Tk() + geometría + título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73168" y="2414016"/>
            <a:ext cx="54864" cy="182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2596896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596896"/>
            <a:ext cx="50292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259689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80360" y="26334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(pestañas)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80360" y="288950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Frames → notebook.add()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73168" y="3163824"/>
            <a:ext cx="54864" cy="182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3346704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346704"/>
            <a:ext cx="50292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34670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880360" y="33832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cada módulo: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80360" y="363931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→ Formulario → Botones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73168" y="3913632"/>
            <a:ext cx="54864" cy="182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0" y="4096512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0" y="4096512"/>
            <a:ext cx="50292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409651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880360" y="41330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mainloop()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880360" y="43891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el bucle de eventos GUI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1143000"/>
            <a:ext cx="1737360" cy="3657600"/>
          </a:xfrm>
          <a:prstGeom prst="rect">
            <a:avLst/>
          </a:prstGeom>
          <a:solidFill>
            <a:srgbClr val="1E2761">
              <a:alpha val="9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1234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MÓDULO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CONTIENE: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save_X()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update_X()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delete_X()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3566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clear_X_form()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62054"/>
          </a:solidFill>
          <a:ln w="12700">
            <a:solidFill>
              <a:srgbClr val="1620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Y APRENDIZAJES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modular: 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331720" y="10515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el código por módulos mejora la legibilidad, el mantenimiento y la escalabilidad del sistema.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841248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64208"/>
            <a:ext cx="6400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55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Tkinter en la práctica: 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31720" y="17556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como Notebook, Combobox, Text y Scrollbar permiten construir GUIs profesionales en Python puro.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368296"/>
            <a:ext cx="841248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68296"/>
            <a:ext cx="6400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597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Funciones reutilizables: 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31720" y="245973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save / update / delete / clear aplicado a cada módulo evita repetición y facilita la depuración.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072384"/>
            <a:ext cx="841248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72384"/>
            <a:ext cx="6400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63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Experiencia de usuario: 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331720" y="316382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Combobox garantizan consistencia en los datos; los scrollbars resuelven la limitación de espacio en pantalla.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3776472"/>
            <a:ext cx="841248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776472"/>
            <a:ext cx="64008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679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como entregable: 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331720" y="386791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 el proyecto y documentarlo con README refleja buenas prácticas reales de desarrollo de software.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Justicia &amp; Asociados  |  Python + Tkinter  |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Justicia &amp; Asociados - LawFirm Management</dc:title>
  <dc:subject>PptxGenJS Presentation</dc:subject>
  <dc:creator>PptxGenJS</dc:creator>
  <cp:lastModifiedBy>PptxGenJS</cp:lastModifiedBy>
  <cp:revision>1</cp:revision>
  <dcterms:created xsi:type="dcterms:W3CDTF">2026-04-01T22:06:24Z</dcterms:created>
  <dcterms:modified xsi:type="dcterms:W3CDTF">2026-04-01T22:06:24Z</dcterms:modified>
</cp:coreProperties>
</file>